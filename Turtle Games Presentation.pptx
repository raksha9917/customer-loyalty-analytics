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64616C-5371-7E4B-9DE9-7B9044F8288E}" v="71" dt="2025-10-05T17:52:19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85550"/>
  </p:normalViewPr>
  <p:slideViewPr>
    <p:cSldViewPr snapToGrid="0">
      <p:cViewPr>
        <p:scale>
          <a:sx n="120" d="100"/>
          <a:sy n="120" d="100"/>
        </p:scale>
        <p:origin x="1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a Nama" userId="503a1bf2c05a0059" providerId="LiveId" clId="{43FCAF2C-0BB3-5CA6-BDAC-ABFF55C8B555}"/>
    <pc:docChg chg="undo custSel addSld delSld modSld">
      <pc:chgData name="Raksha Nama" userId="503a1bf2c05a0059" providerId="LiveId" clId="{43FCAF2C-0BB3-5CA6-BDAC-ABFF55C8B555}" dt="2025-10-05T18:21:12.683" v="1497" actId="20577"/>
      <pc:docMkLst>
        <pc:docMk/>
      </pc:docMkLst>
      <pc:sldChg chg="modSp mod modNotesTx">
        <pc:chgData name="Raksha Nama" userId="503a1bf2c05a0059" providerId="LiveId" clId="{43FCAF2C-0BB3-5CA6-BDAC-ABFF55C8B555}" dt="2025-10-05T18:21:12.683" v="1497" actId="20577"/>
        <pc:sldMkLst>
          <pc:docMk/>
          <pc:sldMk cId="160196623" sldId="256"/>
        </pc:sldMkLst>
        <pc:spChg chg="mod">
          <ac:chgData name="Raksha Nama" userId="503a1bf2c05a0059" providerId="LiveId" clId="{43FCAF2C-0BB3-5CA6-BDAC-ABFF55C8B555}" dt="2025-10-05T17:56:46.518" v="1490" actId="255"/>
          <ac:spMkLst>
            <pc:docMk/>
            <pc:sldMk cId="160196623" sldId="256"/>
            <ac:spMk id="2" creationId="{FAA583D6-EB2D-EB0A-2990-68813CD86782}"/>
          </ac:spMkLst>
        </pc:spChg>
        <pc:spChg chg="mod">
          <ac:chgData name="Raksha Nama" userId="503a1bf2c05a0059" providerId="LiveId" clId="{43FCAF2C-0BB3-5CA6-BDAC-ABFF55C8B555}" dt="2025-10-05T09:08:07.297" v="162" actId="20577"/>
          <ac:spMkLst>
            <pc:docMk/>
            <pc:sldMk cId="160196623" sldId="256"/>
            <ac:spMk id="3" creationId="{59201443-C35C-37E4-F71F-15C6733FC04E}"/>
          </ac:spMkLst>
        </pc:spChg>
      </pc:sldChg>
      <pc:sldChg chg="addSp modSp new mod modNotesTx">
        <pc:chgData name="Raksha Nama" userId="503a1bf2c05a0059" providerId="LiveId" clId="{43FCAF2C-0BB3-5CA6-BDAC-ABFF55C8B555}" dt="2025-10-05T09:19:54.814" v="371" actId="1076"/>
        <pc:sldMkLst>
          <pc:docMk/>
          <pc:sldMk cId="3159418087" sldId="257"/>
        </pc:sldMkLst>
        <pc:spChg chg="mod">
          <ac:chgData name="Raksha Nama" userId="503a1bf2c05a0059" providerId="LiveId" clId="{43FCAF2C-0BB3-5CA6-BDAC-ABFF55C8B555}" dt="2025-10-05T09:15:02.072" v="260" actId="20577"/>
          <ac:spMkLst>
            <pc:docMk/>
            <pc:sldMk cId="3159418087" sldId="257"/>
            <ac:spMk id="2" creationId="{B114345B-009F-81D5-F595-BE25221B6623}"/>
          </ac:spMkLst>
        </pc:spChg>
        <pc:spChg chg="mod">
          <ac:chgData name="Raksha Nama" userId="503a1bf2c05a0059" providerId="LiveId" clId="{43FCAF2C-0BB3-5CA6-BDAC-ABFF55C8B555}" dt="2025-10-05T09:18:16.545" v="363"/>
          <ac:spMkLst>
            <pc:docMk/>
            <pc:sldMk cId="3159418087" sldId="257"/>
            <ac:spMk id="3" creationId="{DEB83B8E-7671-02F9-120B-07AC5CBB6795}"/>
          </ac:spMkLst>
        </pc:spChg>
        <pc:picChg chg="add mod modCrop">
          <ac:chgData name="Raksha Nama" userId="503a1bf2c05a0059" providerId="LiveId" clId="{43FCAF2C-0BB3-5CA6-BDAC-ABFF55C8B555}" dt="2025-10-05T09:19:54.814" v="371" actId="1076"/>
          <ac:picMkLst>
            <pc:docMk/>
            <pc:sldMk cId="3159418087" sldId="257"/>
            <ac:picMk id="5" creationId="{52EAC845-9340-AF85-7F99-03AE7C65B49C}"/>
          </ac:picMkLst>
        </pc:picChg>
      </pc:sldChg>
      <pc:sldChg chg="addSp modSp new mod modNotesTx">
        <pc:chgData name="Raksha Nama" userId="503a1bf2c05a0059" providerId="LiveId" clId="{43FCAF2C-0BB3-5CA6-BDAC-ABFF55C8B555}" dt="2025-10-05T09:29:54.843" v="709" actId="1076"/>
        <pc:sldMkLst>
          <pc:docMk/>
          <pc:sldMk cId="745669362" sldId="258"/>
        </pc:sldMkLst>
        <pc:spChg chg="mod">
          <ac:chgData name="Raksha Nama" userId="503a1bf2c05a0059" providerId="LiveId" clId="{43FCAF2C-0BB3-5CA6-BDAC-ABFF55C8B555}" dt="2025-10-05T09:20:35.323" v="419" actId="20577"/>
          <ac:spMkLst>
            <pc:docMk/>
            <pc:sldMk cId="745669362" sldId="258"/>
            <ac:spMk id="2" creationId="{30A84581-E0C5-8277-9D03-5ABA9D440F95}"/>
          </ac:spMkLst>
        </pc:spChg>
        <pc:spChg chg="mod">
          <ac:chgData name="Raksha Nama" userId="503a1bf2c05a0059" providerId="LiveId" clId="{43FCAF2C-0BB3-5CA6-BDAC-ABFF55C8B555}" dt="2025-10-05T09:25:59.675" v="686" actId="27636"/>
          <ac:spMkLst>
            <pc:docMk/>
            <pc:sldMk cId="745669362" sldId="258"/>
            <ac:spMk id="3" creationId="{8D9B8CF0-AC85-FDC2-8004-26CDCB4C1024}"/>
          </ac:spMkLst>
        </pc:spChg>
        <pc:picChg chg="add mod modCrop">
          <ac:chgData name="Raksha Nama" userId="503a1bf2c05a0059" providerId="LiveId" clId="{43FCAF2C-0BB3-5CA6-BDAC-ABFF55C8B555}" dt="2025-10-05T09:29:54.843" v="709" actId="1076"/>
          <ac:picMkLst>
            <pc:docMk/>
            <pc:sldMk cId="745669362" sldId="258"/>
            <ac:picMk id="5" creationId="{397D132A-53C9-1CAC-5ADD-9C47EDD071E8}"/>
          </ac:picMkLst>
        </pc:picChg>
      </pc:sldChg>
      <pc:sldChg chg="new del">
        <pc:chgData name="Raksha Nama" userId="503a1bf2c05a0059" providerId="LiveId" clId="{43FCAF2C-0BB3-5CA6-BDAC-ABFF55C8B555}" dt="2025-10-05T09:34:24.163" v="759" actId="2696"/>
        <pc:sldMkLst>
          <pc:docMk/>
          <pc:sldMk cId="3049559523" sldId="259"/>
        </pc:sldMkLst>
      </pc:sldChg>
      <pc:sldChg chg="new del">
        <pc:chgData name="Raksha Nama" userId="503a1bf2c05a0059" providerId="LiveId" clId="{43FCAF2C-0BB3-5CA6-BDAC-ABFF55C8B555}" dt="2025-10-05T09:34:26.607" v="760" actId="2696"/>
        <pc:sldMkLst>
          <pc:docMk/>
          <pc:sldMk cId="4122692701" sldId="260"/>
        </pc:sldMkLst>
      </pc:sldChg>
      <pc:sldChg chg="addSp delSp modSp new mod modNotesTx">
        <pc:chgData name="Raksha Nama" userId="503a1bf2c05a0059" providerId="LiveId" clId="{43FCAF2C-0BB3-5CA6-BDAC-ABFF55C8B555}" dt="2025-10-05T09:43:29.191" v="849" actId="1076"/>
        <pc:sldMkLst>
          <pc:docMk/>
          <pc:sldMk cId="1418818753" sldId="261"/>
        </pc:sldMkLst>
        <pc:spChg chg="mod">
          <ac:chgData name="Raksha Nama" userId="503a1bf2c05a0059" providerId="LiveId" clId="{43FCAF2C-0BB3-5CA6-BDAC-ABFF55C8B555}" dt="2025-10-05T09:41:17.485" v="830" actId="1076"/>
          <ac:spMkLst>
            <pc:docMk/>
            <pc:sldMk cId="1418818753" sldId="261"/>
            <ac:spMk id="2" creationId="{B67FA6B1-6EFC-E041-5932-C8A7E5F1A92F}"/>
          </ac:spMkLst>
        </pc:spChg>
        <pc:spChg chg="del">
          <ac:chgData name="Raksha Nama" userId="503a1bf2c05a0059" providerId="LiveId" clId="{43FCAF2C-0BB3-5CA6-BDAC-ABFF55C8B555}" dt="2025-10-05T09:39:55.322" v="813"/>
          <ac:spMkLst>
            <pc:docMk/>
            <pc:sldMk cId="1418818753" sldId="261"/>
            <ac:spMk id="3" creationId="{42108FFD-07D9-55B6-E713-9B389B3A4E1C}"/>
          </ac:spMkLst>
        </pc:spChg>
        <pc:spChg chg="mod">
          <ac:chgData name="Raksha Nama" userId="503a1bf2c05a0059" providerId="LiveId" clId="{43FCAF2C-0BB3-5CA6-BDAC-ABFF55C8B555}" dt="2025-10-05T09:39:20.594" v="812" actId="20577"/>
          <ac:spMkLst>
            <pc:docMk/>
            <pc:sldMk cId="1418818753" sldId="261"/>
            <ac:spMk id="4" creationId="{FCEBA654-E580-4C5B-A2C9-39D80AE84558}"/>
          </ac:spMkLst>
        </pc:spChg>
        <pc:picChg chg="add mod">
          <ac:chgData name="Raksha Nama" userId="503a1bf2c05a0059" providerId="LiveId" clId="{43FCAF2C-0BB3-5CA6-BDAC-ABFF55C8B555}" dt="2025-10-05T09:43:29.191" v="849" actId="1076"/>
          <ac:picMkLst>
            <pc:docMk/>
            <pc:sldMk cId="1418818753" sldId="261"/>
            <ac:picMk id="6" creationId="{E1AD9133-D637-47C9-AE3D-7FF3E5D98FCF}"/>
          </ac:picMkLst>
        </pc:picChg>
        <pc:picChg chg="add del mod">
          <ac:chgData name="Raksha Nama" userId="503a1bf2c05a0059" providerId="LiveId" clId="{43FCAF2C-0BB3-5CA6-BDAC-ABFF55C8B555}" dt="2025-10-05T09:40:52.084" v="824" actId="478"/>
          <ac:picMkLst>
            <pc:docMk/>
            <pc:sldMk cId="1418818753" sldId="261"/>
            <ac:picMk id="8" creationId="{641676C4-9347-766F-487C-515312A09668}"/>
          </ac:picMkLst>
        </pc:picChg>
        <pc:picChg chg="add mod">
          <ac:chgData name="Raksha Nama" userId="503a1bf2c05a0059" providerId="LiveId" clId="{43FCAF2C-0BB3-5CA6-BDAC-ABFF55C8B555}" dt="2025-10-05T09:43:03.300" v="844" actId="1076"/>
          <ac:picMkLst>
            <pc:docMk/>
            <pc:sldMk cId="1418818753" sldId="261"/>
            <ac:picMk id="10" creationId="{F84D5C6D-7AB8-1329-695C-C8AC3F164CED}"/>
          </ac:picMkLst>
        </pc:picChg>
      </pc:sldChg>
      <pc:sldChg chg="addSp delSp modSp new mod modNotesTx">
        <pc:chgData name="Raksha Nama" userId="503a1bf2c05a0059" providerId="LiveId" clId="{43FCAF2C-0BB3-5CA6-BDAC-ABFF55C8B555}" dt="2025-10-05T16:28:40.984" v="923" actId="1076"/>
        <pc:sldMkLst>
          <pc:docMk/>
          <pc:sldMk cId="2175572652" sldId="262"/>
        </pc:sldMkLst>
        <pc:spChg chg="mod">
          <ac:chgData name="Raksha Nama" userId="503a1bf2c05a0059" providerId="LiveId" clId="{43FCAF2C-0BB3-5CA6-BDAC-ABFF55C8B555}" dt="2025-10-05T09:44:15.215" v="877" actId="20577"/>
          <ac:spMkLst>
            <pc:docMk/>
            <pc:sldMk cId="2175572652" sldId="262"/>
            <ac:spMk id="2" creationId="{7D3E7402-A7DD-6160-E925-9E5DF656E1B0}"/>
          </ac:spMkLst>
        </pc:spChg>
        <pc:spChg chg="mod">
          <ac:chgData name="Raksha Nama" userId="503a1bf2c05a0059" providerId="LiveId" clId="{43FCAF2C-0BB3-5CA6-BDAC-ABFF55C8B555}" dt="2025-10-05T16:25:27.611" v="917" actId="14100"/>
          <ac:spMkLst>
            <pc:docMk/>
            <pc:sldMk cId="2175572652" sldId="262"/>
            <ac:spMk id="3" creationId="{E25FA8F4-A1DD-3A82-1BC1-0850907D3F2E}"/>
          </ac:spMkLst>
        </pc:spChg>
        <pc:picChg chg="add del mod">
          <ac:chgData name="Raksha Nama" userId="503a1bf2c05a0059" providerId="LiveId" clId="{43FCAF2C-0BB3-5CA6-BDAC-ABFF55C8B555}" dt="2025-10-05T12:43:40.804" v="889" actId="478"/>
          <ac:picMkLst>
            <pc:docMk/>
            <pc:sldMk cId="2175572652" sldId="262"/>
            <ac:picMk id="5" creationId="{B14FF289-7D1E-1201-048D-AAC4468B4E98}"/>
          </ac:picMkLst>
        </pc:picChg>
        <pc:picChg chg="add del mod">
          <ac:chgData name="Raksha Nama" userId="503a1bf2c05a0059" providerId="LiveId" clId="{43FCAF2C-0BB3-5CA6-BDAC-ABFF55C8B555}" dt="2025-10-05T12:44:56.769" v="891" actId="478"/>
          <ac:picMkLst>
            <pc:docMk/>
            <pc:sldMk cId="2175572652" sldId="262"/>
            <ac:picMk id="7" creationId="{9D73E340-6918-E6AB-6F8D-EAF1DC51A315}"/>
          </ac:picMkLst>
        </pc:picChg>
        <pc:picChg chg="add del mod modCrop">
          <ac:chgData name="Raksha Nama" userId="503a1bf2c05a0059" providerId="LiveId" clId="{43FCAF2C-0BB3-5CA6-BDAC-ABFF55C8B555}" dt="2025-10-05T16:28:29.993" v="919" actId="478"/>
          <ac:picMkLst>
            <pc:docMk/>
            <pc:sldMk cId="2175572652" sldId="262"/>
            <ac:picMk id="9" creationId="{A22FF290-71C0-CCEC-B55B-6342701DC908}"/>
          </ac:picMkLst>
        </pc:picChg>
        <pc:picChg chg="add mod">
          <ac:chgData name="Raksha Nama" userId="503a1bf2c05a0059" providerId="LiveId" clId="{43FCAF2C-0BB3-5CA6-BDAC-ABFF55C8B555}" dt="2025-10-05T16:28:40.984" v="923" actId="1076"/>
          <ac:picMkLst>
            <pc:docMk/>
            <pc:sldMk cId="2175572652" sldId="262"/>
            <ac:picMk id="11" creationId="{83A73F0F-F64B-EAC6-D888-1B2008648B49}"/>
          </ac:picMkLst>
        </pc:picChg>
      </pc:sldChg>
      <pc:sldChg chg="addSp modSp new mod modNotesTx">
        <pc:chgData name="Raksha Nama" userId="503a1bf2c05a0059" providerId="LiveId" clId="{43FCAF2C-0BB3-5CA6-BDAC-ABFF55C8B555}" dt="2025-10-05T16:41:14.912" v="1129" actId="20577"/>
        <pc:sldMkLst>
          <pc:docMk/>
          <pc:sldMk cId="4040411928" sldId="263"/>
        </pc:sldMkLst>
        <pc:spChg chg="mod">
          <ac:chgData name="Raksha Nama" userId="503a1bf2c05a0059" providerId="LiveId" clId="{43FCAF2C-0BB3-5CA6-BDAC-ABFF55C8B555}" dt="2025-10-05T16:30:07.888" v="959" actId="20577"/>
          <ac:spMkLst>
            <pc:docMk/>
            <pc:sldMk cId="4040411928" sldId="263"/>
            <ac:spMk id="2" creationId="{15063BC0-2D45-CDB7-36FC-EF64AC2E989B}"/>
          </ac:spMkLst>
        </pc:spChg>
        <pc:spChg chg="mod">
          <ac:chgData name="Raksha Nama" userId="503a1bf2c05a0059" providerId="LiveId" clId="{43FCAF2C-0BB3-5CA6-BDAC-ABFF55C8B555}" dt="2025-10-05T16:40:52.208" v="1127" actId="20577"/>
          <ac:spMkLst>
            <pc:docMk/>
            <pc:sldMk cId="4040411928" sldId="263"/>
            <ac:spMk id="3" creationId="{5498B895-84CD-E226-0067-9EC7408AF128}"/>
          </ac:spMkLst>
        </pc:spChg>
        <pc:picChg chg="add mod">
          <ac:chgData name="Raksha Nama" userId="503a1bf2c05a0059" providerId="LiveId" clId="{43FCAF2C-0BB3-5CA6-BDAC-ABFF55C8B555}" dt="2025-10-05T16:34:03.952" v="1056" actId="1076"/>
          <ac:picMkLst>
            <pc:docMk/>
            <pc:sldMk cId="4040411928" sldId="263"/>
            <ac:picMk id="5" creationId="{820480D9-2A6C-DB70-33B6-C990C28538D0}"/>
          </ac:picMkLst>
        </pc:picChg>
      </pc:sldChg>
      <pc:sldChg chg="addSp modSp new mod modNotesTx">
        <pc:chgData name="Raksha Nama" userId="503a1bf2c05a0059" providerId="LiveId" clId="{43FCAF2C-0BB3-5CA6-BDAC-ABFF55C8B555}" dt="2025-10-05T16:49:20.942" v="1201" actId="1076"/>
        <pc:sldMkLst>
          <pc:docMk/>
          <pc:sldMk cId="4127424741" sldId="264"/>
        </pc:sldMkLst>
        <pc:spChg chg="mod">
          <ac:chgData name="Raksha Nama" userId="503a1bf2c05a0059" providerId="LiveId" clId="{43FCAF2C-0BB3-5CA6-BDAC-ABFF55C8B555}" dt="2025-10-05T16:42:00.291" v="1184" actId="20577"/>
          <ac:spMkLst>
            <pc:docMk/>
            <pc:sldMk cId="4127424741" sldId="264"/>
            <ac:spMk id="2" creationId="{A3283608-17A1-9548-C209-09EA2C481E84}"/>
          </ac:spMkLst>
        </pc:spChg>
        <pc:spChg chg="mod">
          <ac:chgData name="Raksha Nama" userId="503a1bf2c05a0059" providerId="LiveId" clId="{43FCAF2C-0BB3-5CA6-BDAC-ABFF55C8B555}" dt="2025-10-05T16:42:12.894" v="1187" actId="27636"/>
          <ac:spMkLst>
            <pc:docMk/>
            <pc:sldMk cId="4127424741" sldId="264"/>
            <ac:spMk id="3" creationId="{AFD97379-FF4B-9247-DCE0-9CB82894BF90}"/>
          </ac:spMkLst>
        </pc:spChg>
        <pc:picChg chg="add mod modCrop">
          <ac:chgData name="Raksha Nama" userId="503a1bf2c05a0059" providerId="LiveId" clId="{43FCAF2C-0BB3-5CA6-BDAC-ABFF55C8B555}" dt="2025-10-05T16:49:20.942" v="1201" actId="1076"/>
          <ac:picMkLst>
            <pc:docMk/>
            <pc:sldMk cId="4127424741" sldId="264"/>
            <ac:picMk id="5" creationId="{5FBDF8D5-D807-6413-4100-1B542512AA75}"/>
          </ac:picMkLst>
        </pc:picChg>
      </pc:sldChg>
      <pc:sldChg chg="addSp delSp modSp new mod modNotesTx">
        <pc:chgData name="Raksha Nama" userId="503a1bf2c05a0059" providerId="LiveId" clId="{43FCAF2C-0BB3-5CA6-BDAC-ABFF55C8B555}" dt="2025-10-05T17:42:03.405" v="1287" actId="20577"/>
        <pc:sldMkLst>
          <pc:docMk/>
          <pc:sldMk cId="688859674" sldId="265"/>
        </pc:sldMkLst>
        <pc:spChg chg="mod">
          <ac:chgData name="Raksha Nama" userId="503a1bf2c05a0059" providerId="LiveId" clId="{43FCAF2C-0BB3-5CA6-BDAC-ABFF55C8B555}" dt="2025-10-05T16:49:47.097" v="1228" actId="20577"/>
          <ac:spMkLst>
            <pc:docMk/>
            <pc:sldMk cId="688859674" sldId="265"/>
            <ac:spMk id="2" creationId="{D6800D09-370C-D6DF-FD4D-BF918FCF738D}"/>
          </ac:spMkLst>
        </pc:spChg>
        <pc:spChg chg="mod">
          <ac:chgData name="Raksha Nama" userId="503a1bf2c05a0059" providerId="LiveId" clId="{43FCAF2C-0BB3-5CA6-BDAC-ABFF55C8B555}" dt="2025-10-05T17:41:39.446" v="1286" actId="313"/>
          <ac:spMkLst>
            <pc:docMk/>
            <pc:sldMk cId="688859674" sldId="265"/>
            <ac:spMk id="3" creationId="{449C623F-82A7-F825-A260-59ADD7F234AC}"/>
          </ac:spMkLst>
        </pc:spChg>
        <pc:picChg chg="add mod">
          <ac:chgData name="Raksha Nama" userId="503a1bf2c05a0059" providerId="LiveId" clId="{43FCAF2C-0BB3-5CA6-BDAC-ABFF55C8B555}" dt="2025-10-05T17:40:44.745" v="1270" actId="1076"/>
          <ac:picMkLst>
            <pc:docMk/>
            <pc:sldMk cId="688859674" sldId="265"/>
            <ac:picMk id="5" creationId="{84334A0C-F453-000B-68ED-60BD1A2CE66F}"/>
          </ac:picMkLst>
        </pc:picChg>
        <pc:picChg chg="add del mod">
          <ac:chgData name="Raksha Nama" userId="503a1bf2c05a0059" providerId="LiveId" clId="{43FCAF2C-0BB3-5CA6-BDAC-ABFF55C8B555}" dt="2025-10-05T17:41:08.267" v="1272" actId="478"/>
          <ac:picMkLst>
            <pc:docMk/>
            <pc:sldMk cId="688859674" sldId="265"/>
            <ac:picMk id="7" creationId="{57E81BEB-9388-E988-1519-0D69A4AC847D}"/>
          </ac:picMkLst>
        </pc:picChg>
      </pc:sldChg>
      <pc:sldChg chg="modSp new mod">
        <pc:chgData name="Raksha Nama" userId="503a1bf2c05a0059" providerId="LiveId" clId="{43FCAF2C-0BB3-5CA6-BDAC-ABFF55C8B555}" dt="2025-10-05T17:43:45.542" v="1331" actId="14100"/>
        <pc:sldMkLst>
          <pc:docMk/>
          <pc:sldMk cId="3147970728" sldId="266"/>
        </pc:sldMkLst>
        <pc:spChg chg="mod">
          <ac:chgData name="Raksha Nama" userId="503a1bf2c05a0059" providerId="LiveId" clId="{43FCAF2C-0BB3-5CA6-BDAC-ABFF55C8B555}" dt="2025-10-05T17:43:09.720" v="1324" actId="20577"/>
          <ac:spMkLst>
            <pc:docMk/>
            <pc:sldMk cId="3147970728" sldId="266"/>
            <ac:spMk id="2" creationId="{28787E0F-FCE4-18B8-05EA-D96D466072A1}"/>
          </ac:spMkLst>
        </pc:spChg>
        <pc:spChg chg="mod">
          <ac:chgData name="Raksha Nama" userId="503a1bf2c05a0059" providerId="LiveId" clId="{43FCAF2C-0BB3-5CA6-BDAC-ABFF55C8B555}" dt="2025-10-05T17:43:45.542" v="1331" actId="14100"/>
          <ac:spMkLst>
            <pc:docMk/>
            <pc:sldMk cId="3147970728" sldId="266"/>
            <ac:spMk id="3" creationId="{1DBA1310-CC28-37F3-7FC2-A22CEEF919A0}"/>
          </ac:spMkLst>
        </pc:spChg>
      </pc:sldChg>
      <pc:sldChg chg="modSp new mod modNotesTx">
        <pc:chgData name="Raksha Nama" userId="503a1bf2c05a0059" providerId="LiveId" clId="{43FCAF2C-0BB3-5CA6-BDAC-ABFF55C8B555}" dt="2025-10-05T17:46:05.385" v="1387" actId="20577"/>
        <pc:sldMkLst>
          <pc:docMk/>
          <pc:sldMk cId="3655158544" sldId="267"/>
        </pc:sldMkLst>
        <pc:spChg chg="mod">
          <ac:chgData name="Raksha Nama" userId="503a1bf2c05a0059" providerId="LiveId" clId="{43FCAF2C-0BB3-5CA6-BDAC-ABFF55C8B555}" dt="2025-10-05T17:44:40.166" v="1347" actId="20577"/>
          <ac:spMkLst>
            <pc:docMk/>
            <pc:sldMk cId="3655158544" sldId="267"/>
            <ac:spMk id="2" creationId="{31347837-0E83-C913-C941-E396DF02457F}"/>
          </ac:spMkLst>
        </pc:spChg>
        <pc:spChg chg="mod">
          <ac:chgData name="Raksha Nama" userId="503a1bf2c05a0059" providerId="LiveId" clId="{43FCAF2C-0BB3-5CA6-BDAC-ABFF55C8B555}" dt="2025-10-05T17:45:18.799" v="1382" actId="20577"/>
          <ac:spMkLst>
            <pc:docMk/>
            <pc:sldMk cId="3655158544" sldId="267"/>
            <ac:spMk id="3" creationId="{A0723CA8-258E-AE99-2D0F-90D92D90DE71}"/>
          </ac:spMkLst>
        </pc:spChg>
      </pc:sldChg>
      <pc:sldChg chg="addSp modSp new mod">
        <pc:chgData name="Raksha Nama" userId="503a1bf2c05a0059" providerId="LiveId" clId="{43FCAF2C-0BB3-5CA6-BDAC-ABFF55C8B555}" dt="2025-10-05T17:53:32.766" v="1437" actId="1076"/>
        <pc:sldMkLst>
          <pc:docMk/>
          <pc:sldMk cId="2349544691" sldId="268"/>
        </pc:sldMkLst>
        <pc:spChg chg="mod">
          <ac:chgData name="Raksha Nama" userId="503a1bf2c05a0059" providerId="LiveId" clId="{43FCAF2C-0BB3-5CA6-BDAC-ABFF55C8B555}" dt="2025-10-05T17:47:34.053" v="1413" actId="20577"/>
          <ac:spMkLst>
            <pc:docMk/>
            <pc:sldMk cId="2349544691" sldId="268"/>
            <ac:spMk id="2" creationId="{C4EB9CA2-A6EC-9D57-A47A-E34E6A3CAB02}"/>
          </ac:spMkLst>
        </pc:spChg>
        <pc:spChg chg="mod">
          <ac:chgData name="Raksha Nama" userId="503a1bf2c05a0059" providerId="LiveId" clId="{43FCAF2C-0BB3-5CA6-BDAC-ABFF55C8B555}" dt="2025-10-05T17:53:22.220" v="1435" actId="255"/>
          <ac:spMkLst>
            <pc:docMk/>
            <pc:sldMk cId="2349544691" sldId="268"/>
            <ac:spMk id="3" creationId="{7AC58617-FE6A-F315-681F-0950A121F9D8}"/>
          </ac:spMkLst>
        </pc:spChg>
        <pc:picChg chg="add mod modCrop">
          <ac:chgData name="Raksha Nama" userId="503a1bf2c05a0059" providerId="LiveId" clId="{43FCAF2C-0BB3-5CA6-BDAC-ABFF55C8B555}" dt="2025-10-05T17:53:32.766" v="1437" actId="1076"/>
          <ac:picMkLst>
            <pc:docMk/>
            <pc:sldMk cId="2349544691" sldId="268"/>
            <ac:picMk id="5" creationId="{8ACCBD19-B8C5-B96A-ADB3-03B2839A4EB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04845-A311-D947-8639-E5A01DA6A6C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345B4-1047-D946-BD1E-F85EDDE3E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5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everyone! I’m Raksha, a data analyst, and I’ll be presenting key insights from my analytical work for Turtle Games, a global game manufacturer and retailer.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customer sales and review data, we’ve identified patterns, predictions, and actionable insights that can help Turtle Games improve sales and strengthen customer loyalty.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2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Turtle Games’ leadership team wants to better understand customer behaviour to enhance sales performance.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study focuses on loyalty engagement, segmentation, customer sentiment, and the predictive potential of loyalty data.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four business questions shaped our analytical approach.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72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applied a structured analytical framework combining quantitative and qualitative techniques.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 statistics helped assess the suitability of loyalty data for predictive modelling, while regression and decision trees quantified relationships.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Clustering segmented customers and sentiment analysis provided context on customer perceptions.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Together, these approaches enabled a 360-degree view of customer behaviour.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Justification: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Statistical tests quantified relationships.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Clustering identified customer segments.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NLP captured qualitative insights from reviews.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18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distribution is mildly right-skewed but broadly suitable for regression after removing extreme outliers.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Correlations show spending has the strongest link to loyalty (r = 0.67), with pay also strong (r = 0.62).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 correlates negatively with spending (r = −0.22), implying younger customers spend more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92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scatterplot shows the clear positive relationship between spending and loyalty.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customers cluster at moderate loyalty levels, but a small set of high-value customers accumulates many points.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identified ‘stretch spenders’ — people with lower reported pay but high spending — who are a promising audience for promotions because they already demonstrate high engagement.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26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“When we modelled loyalty mathematically, income and spending emerged as the dominant drivers.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model explains 83 percent of loyalty variation — meaning Turtle Games can confidently forecast engagement and design rewards that reinforce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65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Clustering grouped customers into five easy-to-recognise personas.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Premium Players drive profit;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Steady Spenders sustain volume.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 Buyers are value-driven;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Stretch Spenders over-index on enthusiasm; and Value Seekers react well to offers. Each group warrants a tailored strategy.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31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feedback is mostly positive — people describe Turtle Games products as fun, great value, and family-friendly.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the negative comments focus on quality and delivery.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means customers love our games, but frustration starts when products don’t meet expectations.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Fixing these operational issues could directly increase satisfaction and repeat purchasing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90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summary, loyalty is measurable and manageable. We can predict who will engage, segment customers precisely, and link feedback to actions that strengthen both loyalty and revenue.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46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five recommendations translate analysis into action.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tiered programme will motivate every customer level.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Targeted marketing ensures relevance.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Fixing fulfilment issues will quickly lift satisfaction.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Integrating our models into the CRM allows proactive engagement, and richer data will sharpen predictions over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65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“Next steps include expanding the dataset and using more advanced models to refine predictions, plus continuous monitoring of customer sentiment.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conclusion, loyalty at Turtle Games is predictable and actionable. These insights give the company a clear roadmap to increase retention, satisfaction, and sales growth.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345B4-1047-D946-BD1E-F85EDDE3EB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13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75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3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87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24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40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63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8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457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3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5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016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664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8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609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735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186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5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52212D-2086-2244-91AD-55D57534EBC1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252CA81-BC8C-B840-BF6A-949149B0E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5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583D6-EB2D-EB0A-2990-68813CD86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350335"/>
            <a:ext cx="6815669" cy="2036329"/>
          </a:xfrm>
        </p:spPr>
        <p:txBody>
          <a:bodyPr/>
          <a:lstStyle/>
          <a:p>
            <a:r>
              <a:rPr lang="en-US" sz="4400" dirty="0"/>
              <a:t>Predicting Loyalty at </a:t>
            </a:r>
            <a:br>
              <a:rPr lang="en-US" sz="4400" dirty="0"/>
            </a:br>
            <a:r>
              <a:rPr lang="en-US" sz="4400" dirty="0"/>
              <a:t>Turtle Games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01443-C35C-37E4-F71F-15C6733FC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Raksha Nama, Data Analyst</a:t>
            </a:r>
          </a:p>
        </p:txBody>
      </p:sp>
    </p:spTree>
    <p:extLst>
      <p:ext uri="{BB962C8B-B14F-4D97-AF65-F5344CB8AC3E}">
        <p14:creationId xmlns:p14="http://schemas.microsoft.com/office/powerpoint/2010/main" val="16019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4345B-009F-81D5-F595-BE25221B6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83B8E-7671-02F9-120B-07AC5CBB6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 Improve overall sales performance through data-driven insights.</a:t>
            </a:r>
          </a:p>
          <a:p>
            <a:r>
              <a:rPr lang="en-US" b="1" dirty="0"/>
              <a:t>Business Questions:</a:t>
            </a:r>
          </a:p>
          <a:p>
            <a:pPr lvl="1"/>
            <a:r>
              <a:rPr lang="en-GB" dirty="0"/>
              <a:t>How do customers engage with and accumulate loyalty points?</a:t>
            </a:r>
          </a:p>
          <a:p>
            <a:pPr lvl="1"/>
            <a:r>
              <a:rPr lang="en-GB" dirty="0"/>
              <a:t>How can customers be segmented for targeted marketing?</a:t>
            </a:r>
          </a:p>
          <a:p>
            <a:pPr lvl="1"/>
            <a:r>
              <a:rPr lang="en-GB" dirty="0"/>
              <a:t>How can reviewing text data guide marketing improvements?</a:t>
            </a:r>
          </a:p>
          <a:p>
            <a:pPr lvl="1"/>
            <a:r>
              <a:rPr lang="en-GB" dirty="0"/>
              <a:t>Can loyalty data support predictive modelling?</a:t>
            </a:r>
          </a:p>
          <a:p>
            <a:pPr lvl="1"/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AC845-9340-AF85-7F99-03AE7C65B4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888" b="32278"/>
          <a:stretch>
            <a:fillRect/>
          </a:stretch>
        </p:blipFill>
        <p:spPr>
          <a:xfrm>
            <a:off x="7999355" y="4842934"/>
            <a:ext cx="3453669" cy="127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18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4581-E0C5-8277-9D03-5ABA9D44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Framework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B8CF0-AC85-FDC2-8004-26CDCB4C1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41262"/>
          </a:xfrm>
        </p:spPr>
        <p:txBody>
          <a:bodyPr>
            <a:normAutofit/>
          </a:bodyPr>
          <a:lstStyle/>
          <a:p>
            <a:r>
              <a:rPr lang="en-US" sz="2000" b="1" dirty="0"/>
              <a:t>Data Source: </a:t>
            </a:r>
            <a:r>
              <a:rPr lang="en-US" sz="2000" dirty="0"/>
              <a:t>turtle_reviews.csv</a:t>
            </a:r>
          </a:p>
          <a:p>
            <a:r>
              <a:rPr lang="en-US" sz="2000" b="1" dirty="0"/>
              <a:t>Tools: </a:t>
            </a:r>
            <a:r>
              <a:rPr lang="en-US" sz="2000" dirty="0"/>
              <a:t>Python, R</a:t>
            </a:r>
          </a:p>
          <a:p>
            <a:r>
              <a:rPr lang="en-US" sz="2000" b="1" dirty="0"/>
              <a:t>Key Methods: </a:t>
            </a:r>
          </a:p>
          <a:p>
            <a:pPr lvl="1"/>
            <a:r>
              <a:rPr lang="en-US" sz="1600" dirty="0"/>
              <a:t>Data Cleaning &amp; Validation</a:t>
            </a:r>
          </a:p>
          <a:p>
            <a:pPr lvl="1"/>
            <a:r>
              <a:rPr lang="en-US" sz="1600" dirty="0"/>
              <a:t>Descriptive Statistics </a:t>
            </a:r>
            <a:r>
              <a:rPr lang="en-GB" sz="1600" dirty="0"/>
              <a:t>(distribution, skewness, kurtosis)</a:t>
            </a:r>
            <a:endParaRPr lang="en-US" sz="1600" dirty="0"/>
          </a:p>
          <a:p>
            <a:pPr lvl="1"/>
            <a:r>
              <a:rPr lang="en-US" sz="1600" dirty="0"/>
              <a:t>Multiple Linear Regression </a:t>
            </a:r>
          </a:p>
          <a:p>
            <a:pPr lvl="1"/>
            <a:r>
              <a:rPr lang="en-US" sz="1600" dirty="0"/>
              <a:t>Decision Tree Regression </a:t>
            </a:r>
          </a:p>
          <a:p>
            <a:pPr lvl="1"/>
            <a:r>
              <a:rPr lang="en-US" sz="1600" dirty="0"/>
              <a:t>K-Means Clustering</a:t>
            </a:r>
          </a:p>
          <a:p>
            <a:pPr lvl="1"/>
            <a:r>
              <a:rPr lang="en-US" sz="1600" dirty="0"/>
              <a:t>Sentiment Analysis (NLP)</a:t>
            </a:r>
            <a:endParaRPr lang="en-US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7D132A-53C9-1CAC-5ADD-9C47EDD071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654" b="33333"/>
          <a:stretch>
            <a:fillRect/>
          </a:stretch>
        </p:blipFill>
        <p:spPr>
          <a:xfrm>
            <a:off x="6646469" y="4106676"/>
            <a:ext cx="4779874" cy="176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6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A6B1-6EFC-E041-5932-C8A7E5F1A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 Suitability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AD9133-D637-47C9-AE3D-7FF3E5D98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79743" y="660572"/>
            <a:ext cx="2605193" cy="200315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BA654-E580-4C5B-A2C9-39D80AE84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1" y="3031064"/>
            <a:ext cx="3718455" cy="2844801"/>
          </a:xfrm>
        </p:spPr>
        <p:txBody>
          <a:bodyPr>
            <a:normAutofit fontScale="850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dirty="0"/>
              <a:t>Loyalty points: </a:t>
            </a:r>
            <a:r>
              <a:rPr lang="en-GB" sz="2400" b="1" dirty="0"/>
              <a:t>mild right skew</a:t>
            </a:r>
            <a:r>
              <a:rPr lang="en-GB" sz="2400" dirty="0"/>
              <a:t>, moderate kurtosis → acceptable for regression after outlier handling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dirty="0"/>
              <a:t>Correlation highlights: spend–loyalty </a:t>
            </a:r>
            <a:r>
              <a:rPr lang="en-GB" sz="2400" b="1" dirty="0"/>
              <a:t>r = 0.67</a:t>
            </a:r>
            <a:r>
              <a:rPr lang="en-GB" sz="2400" dirty="0"/>
              <a:t>, pay–loyalty        </a:t>
            </a:r>
            <a:r>
              <a:rPr lang="en-GB" sz="2400" b="1" dirty="0"/>
              <a:t>r = 0.62</a:t>
            </a:r>
            <a:endParaRPr lang="en-GB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dirty="0"/>
              <a:t>Age–spend correlation:               </a:t>
            </a:r>
            <a:r>
              <a:rPr lang="en-GB" sz="2400" b="1" dirty="0"/>
              <a:t>r = −0.22</a:t>
            </a:r>
            <a:endParaRPr lang="en-GB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4D5C6D-7AB8-1329-695C-C8AC3F164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36" y="2663724"/>
            <a:ext cx="4185514" cy="348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18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7402-A7DD-6160-E925-9E5DF656E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Loyalty &amp; Spending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FA8F4-A1DD-3A82-1BC1-0850907D3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075967" cy="3318936"/>
          </a:xfrm>
        </p:spPr>
        <p:txBody>
          <a:bodyPr>
            <a:normAutofit/>
          </a:bodyPr>
          <a:lstStyle/>
          <a:p>
            <a:r>
              <a:rPr lang="en-GB" sz="2000" dirty="0"/>
              <a:t>Spending &amp; pay are strongly tied to loyalty accumulation</a:t>
            </a:r>
          </a:p>
          <a:p>
            <a:r>
              <a:rPr lang="en-GB" sz="2000" dirty="0"/>
              <a:t>Most customers earn moderate points; a smaller high-value group drives much of loyalty</a:t>
            </a:r>
          </a:p>
          <a:p>
            <a:r>
              <a:rPr lang="en-GB" sz="2000" dirty="0"/>
              <a:t>“Stretch spenders” (lower pay, higher spend)        exist and are a strategic opportunity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A73F0F-F64B-EAC6-D888-1B2008648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77" y="2556932"/>
            <a:ext cx="4685211" cy="351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7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63BC0-2D45-CDB7-36FC-EF64AC2E9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&amp; Predictive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B895-84CD-E226-0067-9EC7408AF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1"/>
            <a:ext cx="5053148" cy="3591319"/>
          </a:xfrm>
        </p:spPr>
        <p:txBody>
          <a:bodyPr>
            <a:normAutofit/>
          </a:bodyPr>
          <a:lstStyle/>
          <a:p>
            <a:r>
              <a:rPr lang="en-US" sz="2200" b="1" dirty="0"/>
              <a:t>Model: </a:t>
            </a:r>
            <a:r>
              <a:rPr lang="en-US" sz="2200" dirty="0"/>
              <a:t>Multiple Linear Regression with Pay and Spend as predictors</a:t>
            </a:r>
          </a:p>
          <a:p>
            <a:r>
              <a:rPr lang="en-GB" sz="2200" dirty="0"/>
              <a:t>Key metric: </a:t>
            </a:r>
            <a:r>
              <a:rPr lang="en-GB" sz="2200" b="1" dirty="0"/>
              <a:t>Adjusted R² = 0.83</a:t>
            </a:r>
            <a:r>
              <a:rPr lang="en-GB" sz="2200" dirty="0"/>
              <a:t> (model explains 83% of loyalty variation)</a:t>
            </a:r>
          </a:p>
          <a:p>
            <a:r>
              <a:rPr lang="en-GB" sz="2200" dirty="0"/>
              <a:t>Coefficients summary:</a:t>
            </a:r>
          </a:p>
          <a:p>
            <a:pPr lvl="1"/>
            <a:r>
              <a:rPr lang="en-GB" sz="2200" dirty="0"/>
              <a:t>Pay: positive significant</a:t>
            </a:r>
          </a:p>
          <a:p>
            <a:pPr lvl="1"/>
            <a:r>
              <a:rPr lang="en-GB" sz="2200" dirty="0"/>
              <a:t>Spend: positive significant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0480D9-2A6C-DB70-33B6-C990C2853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550" y="2857375"/>
            <a:ext cx="4587714" cy="286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1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3608-17A1-9548-C209-09EA2C481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97379-FF4B-9247-DCE0-9CB82894B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201193" cy="3318936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/>
              <a:t>Premium Players</a:t>
            </a:r>
            <a:r>
              <a:rPr lang="en-GB" dirty="0"/>
              <a:t> – high income &amp; spend; top loyalty.</a:t>
            </a:r>
          </a:p>
          <a:p>
            <a:r>
              <a:rPr lang="en-GB" b="1" dirty="0"/>
              <a:t>Steady Spenders</a:t>
            </a:r>
            <a:r>
              <a:rPr lang="en-GB" dirty="0"/>
              <a:t> – middle income; reliable base.</a:t>
            </a:r>
          </a:p>
          <a:p>
            <a:r>
              <a:rPr lang="en-GB" b="1" dirty="0"/>
              <a:t>Budget Buyers</a:t>
            </a:r>
            <a:r>
              <a:rPr lang="en-GB" dirty="0"/>
              <a:t> – low income; price-sensitive.</a:t>
            </a:r>
          </a:p>
          <a:p>
            <a:r>
              <a:rPr lang="en-GB" b="1" dirty="0"/>
              <a:t>Stretch Spenders</a:t>
            </a:r>
            <a:r>
              <a:rPr lang="en-GB" dirty="0"/>
              <a:t> – lower income, high spend; growth potential.</a:t>
            </a:r>
          </a:p>
          <a:p>
            <a:r>
              <a:rPr lang="en-GB" b="1" dirty="0"/>
              <a:t>Value Seekers</a:t>
            </a:r>
            <a:r>
              <a:rPr lang="en-GB" dirty="0"/>
              <a:t> – mid-income, moderate spend; respond to deals.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BDF8D5-D807-6413-4100-1B542512AA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284" b="12889"/>
          <a:stretch>
            <a:fillRect/>
          </a:stretch>
        </p:blipFill>
        <p:spPr>
          <a:xfrm>
            <a:off x="6496594" y="2898200"/>
            <a:ext cx="4735689" cy="235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24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00D09-370C-D6DF-FD4D-BF918FCF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Customers Saying?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C623F-82A7-F825-A260-59ADD7F23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027022" cy="3318936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Positive feedback:</a:t>
            </a:r>
            <a:r>
              <a:rPr lang="en-GB" dirty="0"/>
              <a:t> “Fun,” “Great,” “Family,” “Love,” “Good value.”</a:t>
            </a:r>
          </a:p>
          <a:p>
            <a:r>
              <a:rPr lang="en-GB" b="1" dirty="0"/>
              <a:t>Negative feedback:</a:t>
            </a:r>
            <a:r>
              <a:rPr lang="en-GB" dirty="0"/>
              <a:t> “Quality,” “Bad”, “Poor”, “Delivery”</a:t>
            </a:r>
          </a:p>
          <a:p>
            <a:r>
              <a:rPr lang="en-GB" dirty="0"/>
              <a:t>Most reviews are positive— strong brand sentiment overall.</a:t>
            </a:r>
          </a:p>
          <a:p>
            <a:r>
              <a:rPr lang="en-GB" dirty="0"/>
              <a:t>Opportunities: improve product quality.</a:t>
            </a:r>
          </a:p>
          <a:p>
            <a:endParaRPr lang="en-GB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34A0C-F453-000B-68ED-60BD1A2CE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33170"/>
            <a:ext cx="4918149" cy="276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59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87E0F-FCE4-18B8-05EA-D96D4660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Patterns &amp; Business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A1310-CC28-37F3-7FC2-A22CEEF91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10294087" cy="33189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What We Learned</a:t>
            </a:r>
            <a:endParaRPr lang="en-GB" dirty="0"/>
          </a:p>
          <a:p>
            <a:r>
              <a:rPr lang="en-GB" dirty="0"/>
              <a:t>Loyalty driven by spending &amp; income.</a:t>
            </a:r>
          </a:p>
          <a:p>
            <a:r>
              <a:rPr lang="en-GB" dirty="0"/>
              <a:t>Five clear customer segments identified.</a:t>
            </a:r>
          </a:p>
          <a:p>
            <a:r>
              <a:rPr lang="en-GB" dirty="0"/>
              <a:t>Positive brand perception; service issues limit retention.</a:t>
            </a:r>
          </a:p>
          <a:p>
            <a:pPr marL="0" indent="0">
              <a:buNone/>
            </a:pPr>
            <a:r>
              <a:rPr lang="en-GB" b="1" dirty="0"/>
              <a:t>What It Means</a:t>
            </a:r>
            <a:endParaRPr lang="en-GB" dirty="0"/>
          </a:p>
          <a:p>
            <a:r>
              <a:rPr lang="en-GB" dirty="0"/>
              <a:t>Loyalty is predictable — we can forecast and influence it.</a:t>
            </a:r>
          </a:p>
          <a:p>
            <a:r>
              <a:rPr lang="en-GB" dirty="0"/>
              <a:t>Segmentation enables targeted marketing.</a:t>
            </a:r>
          </a:p>
          <a:p>
            <a:r>
              <a:rPr lang="en-GB" dirty="0"/>
              <a:t>Operational fixes will raise satisfaction and sales.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97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47837-0E83-C913-C941-E396DF024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23CA8-258E-AE99-2D0F-90D92D90D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Tiered Loyalty Programme</a:t>
            </a:r>
            <a:r>
              <a:rPr lang="en-GB" dirty="0"/>
              <a:t> – Bronze/Silver/Gold to reward and retain top customers.</a:t>
            </a:r>
          </a:p>
          <a:p>
            <a:r>
              <a:rPr lang="en-GB" b="1" dirty="0"/>
              <a:t>Targeted Marketing</a:t>
            </a:r>
            <a:r>
              <a:rPr lang="en-GB" dirty="0"/>
              <a:t> – premium offers for high-value segments; affordable bundles for value seekers.</a:t>
            </a:r>
          </a:p>
          <a:p>
            <a:r>
              <a:rPr lang="en-GB" b="1" dirty="0"/>
              <a:t>Operational Improvements</a:t>
            </a:r>
            <a:r>
              <a:rPr lang="en-GB" dirty="0"/>
              <a:t> – fix product quality, stock and delivery issues highlighted in reviews.</a:t>
            </a:r>
          </a:p>
          <a:p>
            <a:r>
              <a:rPr lang="en-GB" b="1" dirty="0"/>
              <a:t>Predictive Planning</a:t>
            </a:r>
            <a:r>
              <a:rPr lang="en-GB" dirty="0"/>
              <a:t> – use loyalty models in CRM to forecast and personalise campaigns.</a:t>
            </a:r>
          </a:p>
          <a:p>
            <a:r>
              <a:rPr lang="en-GB" b="1" dirty="0"/>
              <a:t>Data Enrichment</a:t>
            </a:r>
            <a:r>
              <a:rPr lang="en-GB" dirty="0"/>
              <a:t> – add region and frequency metrics to improve future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5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9CA2-A6EC-9D57-A47A-E34E6A3C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Steps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58617-FE6A-F315-681F-0950A121F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1"/>
            <a:ext cx="5007822" cy="3641849"/>
          </a:xfrm>
        </p:spPr>
        <p:txBody>
          <a:bodyPr>
            <a:normAutofit/>
          </a:bodyPr>
          <a:lstStyle/>
          <a:p>
            <a:r>
              <a:rPr lang="en-GB" sz="2200" dirty="0"/>
              <a:t>Extend the dataset with regional and channel information.</a:t>
            </a:r>
          </a:p>
          <a:p>
            <a:r>
              <a:rPr lang="en-GB" sz="2200" dirty="0"/>
              <a:t>Test advanced models (Random Forest) for even better forecasting.</a:t>
            </a:r>
          </a:p>
          <a:p>
            <a:r>
              <a:rPr lang="en-GB" sz="2200" dirty="0"/>
              <a:t>Continue real-time sentiment tracking.</a:t>
            </a:r>
          </a:p>
          <a:p>
            <a:r>
              <a:rPr lang="en-GB" sz="2200" b="1" dirty="0"/>
              <a:t>Outcome:</a:t>
            </a:r>
            <a:r>
              <a:rPr lang="en-GB" sz="2200" dirty="0"/>
              <a:t> Loyalty is predictable and actionable — Turtle Games can now grow through data-driven decisions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CBD19-B8C5-B96A-ADB3-03B2839A4E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535" b="17365"/>
          <a:stretch>
            <a:fillRect/>
          </a:stretch>
        </p:blipFill>
        <p:spPr>
          <a:xfrm>
            <a:off x="6124466" y="3115340"/>
            <a:ext cx="5031267" cy="224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446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{8F893A8A-BFDD-1048-A569-F813756DC79F}tf10001064</Template>
  <TotalTime>557</TotalTime>
  <Words>1109</Words>
  <Application>Microsoft Macintosh PowerPoint</Application>
  <PresentationFormat>Widescreen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Garamond</vt:lpstr>
      <vt:lpstr>Organic</vt:lpstr>
      <vt:lpstr>Predicting Loyalty at  Turtle Games</vt:lpstr>
      <vt:lpstr>Business Context</vt:lpstr>
      <vt:lpstr>Analytical Framework and Techniques</vt:lpstr>
      <vt:lpstr>Data Suitability</vt:lpstr>
      <vt:lpstr>Loyalty &amp; Spending Patterns</vt:lpstr>
      <vt:lpstr>Regression &amp; Predictive Performance</vt:lpstr>
      <vt:lpstr>Customer Segmentation</vt:lpstr>
      <vt:lpstr>What are Customers Saying?</vt:lpstr>
      <vt:lpstr>Key Patterns &amp; Business Implications</vt:lpstr>
      <vt:lpstr>Recommendations</vt:lpstr>
      <vt:lpstr>Future Steps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Raksha Nama</dc:creator>
  <cp:lastModifiedBy>Raksha Nama</cp:lastModifiedBy>
  <cp:revision>1</cp:revision>
  <dcterms:created xsi:type="dcterms:W3CDTF">2025-10-05T09:03:47Z</dcterms:created>
  <dcterms:modified xsi:type="dcterms:W3CDTF">2025-10-05T18:21:19Z</dcterms:modified>
</cp:coreProperties>
</file>